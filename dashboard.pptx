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9"/>
  </p:notesMasterIdLst>
  <p:sldIdLst>
    <p:sldId id="256" r:id="rId2"/>
    <p:sldId id="257" r:id="rId3"/>
    <p:sldId id="260" r:id="rId4"/>
    <p:sldId id="273" r:id="rId5"/>
    <p:sldId id="274" r:id="rId6"/>
    <p:sldId id="275" r:id="rId7"/>
    <p:sldId id="272" r:id="rId8"/>
  </p:sldIdLst>
  <p:sldSz cx="9144000" cy="5143500" type="screen16x9"/>
  <p:notesSz cx="6858000" cy="9144000"/>
  <p:embeddedFontLst>
    <p:embeddedFont>
      <p:font typeface="Noto Sans" panose="020B0502040504090204" pitchFamily="34" charset="0"/>
      <p:italic r:id="rId10"/>
    </p:embeddedFont>
    <p:embeddedFont>
      <p:font typeface="Poppins" panose="020B0604020202020204" charset="0"/>
      <p:regular r:id="rId11"/>
      <p:bold r:id="rId12"/>
      <p:italic r:id="rId13"/>
      <p:boldItalic r:id="rId14"/>
    </p:embeddedFont>
    <p:embeddedFont>
      <p:font typeface="Rubik" panose="020B0604020202020204" charset="-79"/>
      <p:regular r:id="rId15"/>
      <p:bold r:id="rId16"/>
      <p:italic r:id="rId17"/>
      <p:boldItalic r:id="rId18"/>
    </p:embeddedFont>
    <p:embeddedFont>
      <p:font typeface="T-FLEX Type A" panose="02000600020000000000" pitchFamily="2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D64DF2C-5A22-45DB-BD32-CB7A4D83B026}">
  <a:tblStyle styleId="{1D64DF2C-5A22-45DB-BD32-CB7A4D83B02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16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ableStyles" Target="tableStyles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5" name="Google Shape;52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278ae5f976b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278ae5f976b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1" name="Google Shape;681;g278ae5f976b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2" name="Google Shape;682;g278ae5f976b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2797fc01700_0_179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2797fc01700_0_179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169100" y="1820750"/>
            <a:ext cx="4268100" cy="156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1100"/>
              </a:spcBef>
              <a:spcAft>
                <a:spcPts val="0"/>
              </a:spcAft>
              <a:buSzPts val="5200"/>
              <a:buNone/>
              <a:defRPr sz="4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169100" y="3383000"/>
            <a:ext cx="2480400" cy="66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Rubik"/>
                <a:ea typeface="Rubik"/>
                <a:cs typeface="Rubik"/>
                <a:sym typeface="Rubik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81;p6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82" name="Google Shape;82;p6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83" name="Google Shape;83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4" name="Google Shape;84;p6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5" name="Google Shape;85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7" name="Google Shape;87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8" name="Google Shape;88;p6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0" name="Google Shape;90;p6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1" name="Google Shape;91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2" name="Google Shape;92;p6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3" name="Google Shape;93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5" name="Google Shape;95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6" name="Google Shape;96;p6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8" name="Google Shape;98;p6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99" name="Google Shape;99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0" name="Google Shape;100;p6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1" name="Google Shape;101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2" name="Google Shape;102;p6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3" name="Google Shape;103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4" name="Google Shape;104;p6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5" name="Google Shape;105;p6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06" name="Google Shape;106;p6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07" name="Google Shape;107;p6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  <p:grpSp>
          <p:nvGrpSpPr>
            <p:cNvPr id="108" name="Google Shape;108;p6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09" name="Google Shape;109;p6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  <p:sp>
            <p:nvSpPr>
              <p:cNvPr id="110" name="Google Shape;110;p6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solidFill>
                    <a:schemeClr val="dk1"/>
                  </a:solidFill>
                </a:endParaRPr>
              </a:p>
            </p:txBody>
          </p:sp>
        </p:grpSp>
      </p:grpSp>
      <p:sp>
        <p:nvSpPr>
          <p:cNvPr id="111" name="Google Shape;111;p6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6"/>
          <p:cNvSpPr txBox="1">
            <a:spLocks noGrp="1"/>
          </p:cNvSpPr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7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5" name="Google Shape;115;p7"/>
          <p:cNvGrpSpPr/>
          <p:nvPr/>
        </p:nvGrpSpPr>
        <p:grpSpPr>
          <a:xfrm>
            <a:off x="-2070595" y="138930"/>
            <a:ext cx="12497838" cy="9541363"/>
            <a:chOff x="-2070595" y="138930"/>
            <a:chExt cx="12497838" cy="9541363"/>
          </a:xfrm>
        </p:grpSpPr>
        <p:grpSp>
          <p:nvGrpSpPr>
            <p:cNvPr id="116" name="Google Shape;116;p7"/>
            <p:cNvGrpSpPr/>
            <p:nvPr/>
          </p:nvGrpSpPr>
          <p:grpSpPr>
            <a:xfrm>
              <a:off x="5896649" y="4604007"/>
              <a:ext cx="4530594" cy="5076286"/>
              <a:chOff x="4826000" y="4400753"/>
              <a:chExt cx="4530594" cy="5076286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9" name="Google Shape;119;p7"/>
            <p:cNvGrpSpPr/>
            <p:nvPr/>
          </p:nvGrpSpPr>
          <p:grpSpPr>
            <a:xfrm rot="-4838195">
              <a:off x="-1944007" y="352516"/>
              <a:ext cx="2325055" cy="2229662"/>
              <a:chOff x="5165475" y="-713653"/>
              <a:chExt cx="2324999" cy="2229609"/>
            </a:xfrm>
          </p:grpSpPr>
          <p:sp>
            <p:nvSpPr>
              <p:cNvPr id="120" name="Google Shape;120;p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1" name="Google Shape;121;p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22" name="Google Shape;122;p7"/>
            <p:cNvGrpSpPr/>
            <p:nvPr/>
          </p:nvGrpSpPr>
          <p:grpSpPr>
            <a:xfrm rot="5400000">
              <a:off x="151942" y="4400150"/>
              <a:ext cx="722099" cy="407700"/>
              <a:chOff x="1211425" y="918075"/>
              <a:chExt cx="722099" cy="407700"/>
            </a:xfrm>
          </p:grpSpPr>
          <p:sp>
            <p:nvSpPr>
              <p:cNvPr id="123" name="Google Shape;123;p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4" name="Google Shape;124;p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" name="Google Shape;125;p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" name="Google Shape;126;p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" name="Google Shape;127;p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8" name="Google Shape;128;p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5" name="Google Shape;135;p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6" name="Google Shape;136;p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7"/>
          <p:cNvSpPr txBox="1">
            <a:spLocks noGrp="1"/>
          </p:cNvSpPr>
          <p:nvPr>
            <p:ph type="title"/>
          </p:nvPr>
        </p:nvSpPr>
        <p:spPr>
          <a:xfrm>
            <a:off x="712568" y="1388800"/>
            <a:ext cx="4307700" cy="13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3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7"/>
          <p:cNvSpPr txBox="1">
            <a:spLocks noGrp="1"/>
          </p:cNvSpPr>
          <p:nvPr>
            <p:ph type="subTitle" idx="1"/>
          </p:nvPr>
        </p:nvSpPr>
        <p:spPr>
          <a:xfrm>
            <a:off x="712568" y="2628220"/>
            <a:ext cx="4860000" cy="116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7"/>
          <p:cNvSpPr>
            <a:spLocks noGrp="1"/>
          </p:cNvSpPr>
          <p:nvPr>
            <p:ph type="pic" idx="2"/>
          </p:nvPr>
        </p:nvSpPr>
        <p:spPr>
          <a:xfrm>
            <a:off x="5763458" y="1274475"/>
            <a:ext cx="2608200" cy="26082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" name="Google Shape;147;p9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148" name="Google Shape;148;p9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149" name="Google Shape;149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9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9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4" name="Google Shape;154;p9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5" name="Google Shape;155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9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9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" name="Google Shape;162;p9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" name="Google Shape;163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4" name="Google Shape;164;p9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5" name="Google Shape;165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6" name="Google Shape;166;p9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" name="Google Shape;167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9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9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1" name="Google Shape;171;p9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172" name="Google Shape;172;p9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9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9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175" name="Google Shape;175;p9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9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77" name="Google Shape;177;p9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9"/>
          <p:cNvSpPr txBox="1">
            <a:spLocks noGrp="1"/>
          </p:cNvSpPr>
          <p:nvPr>
            <p:ph type="title"/>
          </p:nvPr>
        </p:nvSpPr>
        <p:spPr>
          <a:xfrm>
            <a:off x="25494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9" name="Google Shape;179;p9"/>
          <p:cNvSpPr txBox="1">
            <a:spLocks noGrp="1"/>
          </p:cNvSpPr>
          <p:nvPr>
            <p:ph type="subTitle" idx="1"/>
          </p:nvPr>
        </p:nvSpPr>
        <p:spPr>
          <a:xfrm>
            <a:off x="25494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0"/>
          <p:cNvSpPr>
            <a:spLocks noGrp="1"/>
          </p:cNvSpPr>
          <p:nvPr>
            <p:ph type="pic" idx="2"/>
          </p:nvPr>
        </p:nvSpPr>
        <p:spPr>
          <a:xfrm>
            <a:off x="-31800" y="-50850"/>
            <a:ext cx="9207600" cy="52452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10"/>
          <p:cNvSpPr txBox="1">
            <a:spLocks noGrp="1"/>
          </p:cNvSpPr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1_1_1"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0"/>
          <p:cNvSpPr txBox="1">
            <a:spLocks noGrp="1"/>
          </p:cNvSpPr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b="0"/>
            </a:lvl9pPr>
          </a:lstStyle>
          <a:p>
            <a:endParaRPr/>
          </a:p>
        </p:txBody>
      </p:sp>
      <p:grpSp>
        <p:nvGrpSpPr>
          <p:cNvPr id="391" name="Google Shape;391;p20"/>
          <p:cNvGrpSpPr/>
          <p:nvPr/>
        </p:nvGrpSpPr>
        <p:grpSpPr>
          <a:xfrm flipH="1">
            <a:off x="-4654543" y="1551078"/>
            <a:ext cx="13605016" cy="5724229"/>
            <a:chOff x="185623" y="1551078"/>
            <a:chExt cx="13605016" cy="5724229"/>
          </a:xfrm>
        </p:grpSpPr>
        <p:grpSp>
          <p:nvGrpSpPr>
            <p:cNvPr id="392" name="Google Shape;392;p20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393" name="Google Shape;393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4" name="Google Shape;394;p20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5" name="Google Shape;395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6" name="Google Shape;396;p20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7" name="Google Shape;397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8" name="Google Shape;398;p20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9" name="Google Shape;399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0" name="Google Shape;400;p20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1" name="Google Shape;401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2" name="Google Shape;402;p20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3" name="Google Shape;403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4" name="Google Shape;404;p20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5" name="Google Shape;405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6" name="Google Shape;406;p20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7" name="Google Shape;407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8" name="Google Shape;408;p20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9" name="Google Shape;409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0" name="Google Shape;410;p20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1" name="Google Shape;411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2" name="Google Shape;412;p20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3" name="Google Shape;413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4" name="Google Shape;414;p20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5" name="Google Shape;415;p20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416" name="Google Shape;416;p20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17" name="Google Shape;417;p20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8" name="Google Shape;418;p20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419" name="Google Shape;419;p20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20" name="Google Shape;420;p20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421" name="Google Shape;421;p20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5"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8" name="Google Shape;428;p22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429" name="Google Shape;429;p22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430" name="Google Shape;430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1" name="Google Shape;431;p22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2" name="Google Shape;432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3" name="Google Shape;433;p22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4" name="Google Shape;434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5" name="Google Shape;435;p22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6" name="Google Shape;436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7" name="Google Shape;437;p22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8" name="Google Shape;438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9" name="Google Shape;439;p22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0" name="Google Shape;440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1" name="Google Shape;441;p22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2" name="Google Shape;442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3" name="Google Shape;443;p22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4" name="Google Shape;444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5" name="Google Shape;445;p22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6" name="Google Shape;446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7" name="Google Shape;447;p22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8" name="Google Shape;448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9" name="Google Shape;449;p22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0" name="Google Shape;450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1" name="Google Shape;451;p22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52" name="Google Shape;452;p22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453" name="Google Shape;453;p22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4" name="Google Shape;454;p22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5" name="Google Shape;455;p22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6" name="Google Shape;456;p22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7" name="Google Shape;457;p22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8" name="Google Shape;458;p22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9" name="Google Shape;459;p22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0" name="Google Shape;460;p22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1" name="Google Shape;461;p22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2" name="Google Shape;462;p22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3" name="Google Shape;463;p22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4" name="Google Shape;464;p22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5" name="Google Shape;465;p22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6" name="Google Shape;466;p22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7" name="Google Shape;467;p22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8" name="Google Shape;468;p22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22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0" name="Google Shape;470;p22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471" name="Google Shape;471;p22"/>
          <p:cNvGrpSpPr/>
          <p:nvPr/>
        </p:nvGrpSpPr>
        <p:grpSpPr>
          <a:xfrm>
            <a:off x="527100" y="368100"/>
            <a:ext cx="7903675" cy="4407033"/>
            <a:chOff x="527100" y="368100"/>
            <a:chExt cx="7903675" cy="4407033"/>
          </a:xfrm>
        </p:grpSpPr>
        <p:sp>
          <p:nvSpPr>
            <p:cNvPr id="472" name="Google Shape;472;p22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22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22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475" name="Google Shape;475;p22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476" name="Google Shape;476;p22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22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78" name="Google Shape;478;p22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479" name="Google Shape;479;p22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0" name="Google Shape;480;p22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81" name="Google Shape;481;p22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482" name="Google Shape;482;p22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3" name="Google Shape;483;p22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4" name="Google Shape;484;p22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5_1">
    <p:spTree>
      <p:nvGrpSpPr>
        <p:cNvPr id="1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6" name="Google Shape;486;p23"/>
          <p:cNvGrpSpPr/>
          <p:nvPr/>
        </p:nvGrpSpPr>
        <p:grpSpPr>
          <a:xfrm>
            <a:off x="185623" y="1551078"/>
            <a:ext cx="13605016" cy="5724229"/>
            <a:chOff x="185623" y="1551078"/>
            <a:chExt cx="13605016" cy="5724229"/>
          </a:xfrm>
        </p:grpSpPr>
        <p:grpSp>
          <p:nvGrpSpPr>
            <p:cNvPr id="487" name="Google Shape;487;p23"/>
            <p:cNvGrpSpPr/>
            <p:nvPr/>
          </p:nvGrpSpPr>
          <p:grpSpPr>
            <a:xfrm rot="5400000">
              <a:off x="-88908" y="2405016"/>
              <a:ext cx="882533" cy="333471"/>
              <a:chOff x="3551575" y="3215125"/>
              <a:chExt cx="389450" cy="147150"/>
            </a:xfrm>
          </p:grpSpPr>
          <p:sp>
            <p:nvSpPr>
              <p:cNvPr id="488" name="Google Shape;488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9" name="Google Shape;489;p23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0" name="Google Shape;490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1" name="Google Shape;491;p23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2" name="Google Shape;492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23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23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7" name="Google Shape;497;p23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8" name="Google Shape;498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9" name="Google Shape;499;p23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0" name="Google Shape;500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1" name="Google Shape;501;p23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23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4" name="Google Shape;504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5" name="Google Shape;505;p23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6" name="Google Shape;506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7" name="Google Shape;507;p23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8" name="Google Shape;508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23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0" name="Google Shape;510;p23"/>
            <p:cNvGrpSpPr/>
            <p:nvPr/>
          </p:nvGrpSpPr>
          <p:grpSpPr>
            <a:xfrm rot="6249845">
              <a:off x="2612509" y="4760549"/>
              <a:ext cx="2325002" cy="2229611"/>
              <a:chOff x="5165475" y="-713653"/>
              <a:chExt cx="2324999" cy="2229609"/>
            </a:xfrm>
          </p:grpSpPr>
          <p:sp>
            <p:nvSpPr>
              <p:cNvPr id="511" name="Google Shape;511;p23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23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13" name="Google Shape;513;p23"/>
            <p:cNvGrpSpPr/>
            <p:nvPr/>
          </p:nvGrpSpPr>
          <p:grpSpPr>
            <a:xfrm rot="-5400000" flipH="1">
              <a:off x="8987199" y="1278232"/>
              <a:ext cx="4530594" cy="5076286"/>
              <a:chOff x="4826000" y="4400753"/>
              <a:chExt cx="4530594" cy="5076286"/>
            </a:xfrm>
          </p:grpSpPr>
          <p:sp>
            <p:nvSpPr>
              <p:cNvPr id="514" name="Google Shape;514;p23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23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16" name="Google Shape;516;p23"/>
          <p:cNvSpPr/>
          <p:nvPr/>
        </p:nvSpPr>
        <p:spPr>
          <a:xfrm>
            <a:off x="0" y="0"/>
            <a:ext cx="9144284" cy="341412"/>
          </a:xfrm>
          <a:custGeom>
            <a:avLst/>
            <a:gdLst/>
            <a:ahLst/>
            <a:cxnLst/>
            <a:rect l="l" t="t" r="r" b="b"/>
            <a:pathLst>
              <a:path w="283346" h="11992" extrusionOk="0">
                <a:moveTo>
                  <a:pt x="1" y="0"/>
                </a:moveTo>
                <a:lnTo>
                  <a:pt x="1" y="11992"/>
                </a:lnTo>
                <a:lnTo>
                  <a:pt x="265060" y="11992"/>
                </a:lnTo>
                <a:lnTo>
                  <a:pt x="265060" y="11980"/>
                </a:lnTo>
                <a:cubicBezTo>
                  <a:pt x="273047" y="11700"/>
                  <a:pt x="279924" y="6913"/>
                  <a:pt x="283346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19625"/>
            <a:ext cx="7717500" cy="5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Poppins"/>
              <a:buNone/>
              <a:defRPr sz="30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8501"/>
            <a:ext cx="7717500" cy="34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1pPr>
            <a:lvl2pPr marL="914400" lvl="1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3pPr>
            <a:lvl4pPr marL="1828800" lvl="3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4pPr>
            <a:lvl5pPr marL="2286000" lvl="4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5pPr>
            <a:lvl6pPr marL="2743200" lvl="5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6pPr>
            <a:lvl7pPr marL="3200400" lvl="6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●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7pPr>
            <a:lvl8pPr marL="3657600" lvl="7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○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8pPr>
            <a:lvl9pPr marL="4114800" lvl="8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ubik"/>
              <a:buChar char="■"/>
              <a:defRPr sz="1200">
                <a:solidFill>
                  <a:schemeClr val="dk1"/>
                </a:solidFill>
                <a:latin typeface="Rubik"/>
                <a:ea typeface="Rubik"/>
                <a:cs typeface="Rubik"/>
                <a:sym typeface="Rubik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2" r:id="rId2"/>
    <p:sldLayoutId id="2147483653" r:id="rId3"/>
    <p:sldLayoutId id="2147483655" r:id="rId4"/>
    <p:sldLayoutId id="2147483656" r:id="rId5"/>
    <p:sldLayoutId id="2147483658" r:id="rId6"/>
    <p:sldLayoutId id="2147483666" r:id="rId7"/>
    <p:sldLayoutId id="2147483668" r:id="rId8"/>
    <p:sldLayoutId id="2147483669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7" name="Google Shape;527;p27"/>
          <p:cNvGrpSpPr/>
          <p:nvPr/>
        </p:nvGrpSpPr>
        <p:grpSpPr>
          <a:xfrm>
            <a:off x="595218" y="424285"/>
            <a:ext cx="7903675" cy="4407033"/>
            <a:chOff x="527100" y="368100"/>
            <a:chExt cx="7903675" cy="4407033"/>
          </a:xfrm>
        </p:grpSpPr>
        <p:sp>
          <p:nvSpPr>
            <p:cNvPr id="528" name="Google Shape;528;p27"/>
            <p:cNvSpPr/>
            <p:nvPr/>
          </p:nvSpPr>
          <p:spPr>
            <a:xfrm>
              <a:off x="527100" y="368100"/>
              <a:ext cx="5953005" cy="4407033"/>
            </a:xfrm>
            <a:custGeom>
              <a:avLst/>
              <a:gdLst/>
              <a:ahLst/>
              <a:cxnLst/>
              <a:rect l="l" t="t" r="r" b="b"/>
              <a:pathLst>
                <a:path w="130577" h="99375" extrusionOk="0">
                  <a:moveTo>
                    <a:pt x="7149" y="1"/>
                  </a:moveTo>
                  <a:cubicBezTo>
                    <a:pt x="3204" y="1"/>
                    <a:pt x="0" y="3197"/>
                    <a:pt x="0" y="7142"/>
                  </a:cubicBezTo>
                  <a:lnTo>
                    <a:pt x="0" y="92234"/>
                  </a:lnTo>
                  <a:cubicBezTo>
                    <a:pt x="0" y="96178"/>
                    <a:pt x="3204" y="99374"/>
                    <a:pt x="7149" y="99374"/>
                  </a:cubicBezTo>
                  <a:lnTo>
                    <a:pt x="54195" y="99374"/>
                  </a:lnTo>
                  <a:cubicBezTo>
                    <a:pt x="74449" y="99374"/>
                    <a:pt x="93883" y="91332"/>
                    <a:pt x="108204" y="77010"/>
                  </a:cubicBezTo>
                  <a:cubicBezTo>
                    <a:pt x="122526" y="62681"/>
                    <a:pt x="130576" y="43255"/>
                    <a:pt x="130576" y="23001"/>
                  </a:cubicBezTo>
                  <a:lnTo>
                    <a:pt x="130576" y="7150"/>
                  </a:lnTo>
                  <a:cubicBezTo>
                    <a:pt x="130576" y="3205"/>
                    <a:pt x="127372" y="1"/>
                    <a:pt x="123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9" name="Google Shape;529;p27"/>
            <p:cNvSpPr/>
            <p:nvPr/>
          </p:nvSpPr>
          <p:spPr>
            <a:xfrm rot="10800000">
              <a:off x="8080473" y="3890000"/>
              <a:ext cx="350302" cy="700625"/>
            </a:xfrm>
            <a:custGeom>
              <a:avLst/>
              <a:gdLst/>
              <a:ahLst/>
              <a:cxnLst/>
              <a:rect l="l" t="t" r="r" b="b"/>
              <a:pathLst>
                <a:path w="2013" h="4026" extrusionOk="0">
                  <a:moveTo>
                    <a:pt x="2013" y="0"/>
                  </a:moveTo>
                  <a:lnTo>
                    <a:pt x="0" y="2013"/>
                  </a:lnTo>
                  <a:lnTo>
                    <a:pt x="2013" y="4025"/>
                  </a:lnTo>
                  <a:lnTo>
                    <a:pt x="201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30" name="Google Shape;530;p27"/>
          <p:cNvGrpSpPr/>
          <p:nvPr/>
        </p:nvGrpSpPr>
        <p:grpSpPr>
          <a:xfrm>
            <a:off x="1282800" y="1181425"/>
            <a:ext cx="5419675" cy="3409212"/>
            <a:chOff x="1282800" y="1181425"/>
            <a:chExt cx="5419675" cy="3409212"/>
          </a:xfrm>
        </p:grpSpPr>
        <p:grpSp>
          <p:nvGrpSpPr>
            <p:cNvPr id="531" name="Google Shape;531;p27"/>
            <p:cNvGrpSpPr/>
            <p:nvPr/>
          </p:nvGrpSpPr>
          <p:grpSpPr>
            <a:xfrm>
              <a:off x="5819942" y="4257166"/>
              <a:ext cx="882533" cy="333471"/>
              <a:chOff x="3551575" y="3215125"/>
              <a:chExt cx="389450" cy="147150"/>
            </a:xfrm>
          </p:grpSpPr>
          <p:sp>
            <p:nvSpPr>
              <p:cNvPr id="532" name="Google Shape;532;p2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27"/>
              <p:cNvSpPr/>
              <p:nvPr/>
            </p:nvSpPr>
            <p:spPr>
              <a:xfrm>
                <a:off x="3551575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2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27"/>
              <p:cNvSpPr/>
              <p:nvPr/>
            </p:nvSpPr>
            <p:spPr>
              <a:xfrm>
                <a:off x="361215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2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27"/>
              <p:cNvSpPr/>
              <p:nvPr/>
            </p:nvSpPr>
            <p:spPr>
              <a:xfrm>
                <a:off x="3551575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2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27"/>
              <p:cNvSpPr/>
              <p:nvPr/>
            </p:nvSpPr>
            <p:spPr>
              <a:xfrm>
                <a:off x="367272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2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27"/>
              <p:cNvSpPr/>
              <p:nvPr/>
            </p:nvSpPr>
            <p:spPr>
              <a:xfrm>
                <a:off x="3733300" y="3275700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2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27"/>
              <p:cNvSpPr/>
              <p:nvPr/>
            </p:nvSpPr>
            <p:spPr>
              <a:xfrm>
                <a:off x="367272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2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27"/>
              <p:cNvSpPr/>
              <p:nvPr/>
            </p:nvSpPr>
            <p:spPr>
              <a:xfrm>
                <a:off x="3793875" y="3215125"/>
                <a:ext cx="26000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39" fill="none" extrusionOk="0">
                    <a:moveTo>
                      <a:pt x="1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2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27"/>
              <p:cNvSpPr/>
              <p:nvPr/>
            </p:nvSpPr>
            <p:spPr>
              <a:xfrm>
                <a:off x="3854475" y="3275700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2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27"/>
              <p:cNvSpPr/>
              <p:nvPr/>
            </p:nvSpPr>
            <p:spPr>
              <a:xfrm>
                <a:off x="3793875" y="3336275"/>
                <a:ext cx="26000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40" h="1040" fill="none" extrusionOk="0">
                    <a:moveTo>
                      <a:pt x="1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2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1039"/>
                    </a:moveTo>
                    <a:lnTo>
                      <a:pt x="1039" y="0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27"/>
              <p:cNvSpPr/>
              <p:nvPr/>
            </p:nvSpPr>
            <p:spPr>
              <a:xfrm>
                <a:off x="3915050" y="3215125"/>
                <a:ext cx="25975" cy="25975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39" fill="none" extrusionOk="0">
                    <a:moveTo>
                      <a:pt x="0" y="0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2" name="Google Shape;552;p2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039"/>
                    </a:moveTo>
                    <a:lnTo>
                      <a:pt x="1039" y="1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3" name="Google Shape;553;p27"/>
              <p:cNvSpPr/>
              <p:nvPr/>
            </p:nvSpPr>
            <p:spPr>
              <a:xfrm>
                <a:off x="3915050" y="3336275"/>
                <a:ext cx="25975" cy="26000"/>
              </a:xfrm>
              <a:custGeom>
                <a:avLst/>
                <a:gdLst/>
                <a:ahLst/>
                <a:cxnLst/>
                <a:rect l="l" t="t" r="r" b="b"/>
                <a:pathLst>
                  <a:path w="1039" h="1040" fill="none" extrusionOk="0">
                    <a:moveTo>
                      <a:pt x="0" y="1"/>
                    </a:moveTo>
                    <a:lnTo>
                      <a:pt x="1039" y="1039"/>
                    </a:ln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4" name="Google Shape;554;p27"/>
            <p:cNvGrpSpPr/>
            <p:nvPr/>
          </p:nvGrpSpPr>
          <p:grpSpPr>
            <a:xfrm>
              <a:off x="1282800" y="1181425"/>
              <a:ext cx="722099" cy="407700"/>
              <a:chOff x="1211425" y="918075"/>
              <a:chExt cx="722099" cy="407700"/>
            </a:xfrm>
          </p:grpSpPr>
          <p:sp>
            <p:nvSpPr>
              <p:cNvPr id="555" name="Google Shape;555;p27"/>
              <p:cNvSpPr/>
              <p:nvPr/>
            </p:nvSpPr>
            <p:spPr>
              <a:xfrm>
                <a:off x="1211425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27"/>
              <p:cNvSpPr/>
              <p:nvPr/>
            </p:nvSpPr>
            <p:spPr>
              <a:xfrm>
                <a:off x="1211425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27"/>
              <p:cNvSpPr/>
              <p:nvPr/>
            </p:nvSpPr>
            <p:spPr>
              <a:xfrm>
                <a:off x="1211425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27"/>
              <p:cNvSpPr/>
              <p:nvPr/>
            </p:nvSpPr>
            <p:spPr>
              <a:xfrm>
                <a:off x="1350996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27"/>
              <p:cNvSpPr/>
              <p:nvPr/>
            </p:nvSpPr>
            <p:spPr>
              <a:xfrm>
                <a:off x="1350996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0" name="Google Shape;560;p27"/>
              <p:cNvSpPr/>
              <p:nvPr/>
            </p:nvSpPr>
            <p:spPr>
              <a:xfrm>
                <a:off x="1350996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1" name="Google Shape;561;p27"/>
              <p:cNvSpPr/>
              <p:nvPr/>
            </p:nvSpPr>
            <p:spPr>
              <a:xfrm>
                <a:off x="1490124" y="1300772"/>
                <a:ext cx="25066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2" name="Google Shape;562;p27"/>
              <p:cNvSpPr/>
              <p:nvPr/>
            </p:nvSpPr>
            <p:spPr>
              <a:xfrm>
                <a:off x="1490124" y="1109171"/>
                <a:ext cx="25066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6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3" name="Google Shape;563;p27"/>
              <p:cNvSpPr/>
              <p:nvPr/>
            </p:nvSpPr>
            <p:spPr>
              <a:xfrm>
                <a:off x="1490124" y="918075"/>
                <a:ext cx="25066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6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4" name="Google Shape;564;p27"/>
              <p:cNvSpPr/>
              <p:nvPr/>
            </p:nvSpPr>
            <p:spPr>
              <a:xfrm>
                <a:off x="1629759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5" name="Google Shape;565;p27"/>
              <p:cNvSpPr/>
              <p:nvPr/>
            </p:nvSpPr>
            <p:spPr>
              <a:xfrm>
                <a:off x="1629759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6" name="Google Shape;566;p27"/>
              <p:cNvSpPr/>
              <p:nvPr/>
            </p:nvSpPr>
            <p:spPr>
              <a:xfrm>
                <a:off x="1629759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7" name="Google Shape;567;p27"/>
              <p:cNvSpPr/>
              <p:nvPr/>
            </p:nvSpPr>
            <p:spPr>
              <a:xfrm>
                <a:off x="1768887" y="1300772"/>
                <a:ext cx="25003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5" extrusionOk="0">
                    <a:moveTo>
                      <a:pt x="0" y="0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8" name="Google Shape;568;p27"/>
              <p:cNvSpPr/>
              <p:nvPr/>
            </p:nvSpPr>
            <p:spPr>
              <a:xfrm>
                <a:off x="1768887" y="1109171"/>
                <a:ext cx="25003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395" h="403" extrusionOk="0">
                    <a:moveTo>
                      <a:pt x="0" y="0"/>
                    </a:moveTo>
                    <a:lnTo>
                      <a:pt x="0" y="403"/>
                    </a:lnTo>
                    <a:lnTo>
                      <a:pt x="395" y="403"/>
                    </a:lnTo>
                    <a:lnTo>
                      <a:pt x="395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9" name="Google Shape;569;p27"/>
              <p:cNvSpPr/>
              <p:nvPr/>
            </p:nvSpPr>
            <p:spPr>
              <a:xfrm>
                <a:off x="1768887" y="918075"/>
                <a:ext cx="25003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395" h="396" extrusionOk="0">
                    <a:moveTo>
                      <a:pt x="0" y="1"/>
                    </a:moveTo>
                    <a:lnTo>
                      <a:pt x="0" y="395"/>
                    </a:lnTo>
                    <a:lnTo>
                      <a:pt x="395" y="395"/>
                    </a:lnTo>
                    <a:lnTo>
                      <a:pt x="39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0" name="Google Shape;570;p27"/>
              <p:cNvSpPr/>
              <p:nvPr/>
            </p:nvSpPr>
            <p:spPr>
              <a:xfrm>
                <a:off x="1907952" y="1300772"/>
                <a:ext cx="25572" cy="25003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5" extrusionOk="0">
                    <a:moveTo>
                      <a:pt x="1" y="0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1" name="Google Shape;571;p27"/>
              <p:cNvSpPr/>
              <p:nvPr/>
            </p:nvSpPr>
            <p:spPr>
              <a:xfrm>
                <a:off x="1907952" y="1109171"/>
                <a:ext cx="25572" cy="25509"/>
              </a:xfrm>
              <a:custGeom>
                <a:avLst/>
                <a:gdLst/>
                <a:ahLst/>
                <a:cxnLst/>
                <a:rect l="l" t="t" r="r" b="b"/>
                <a:pathLst>
                  <a:path w="404" h="403" extrusionOk="0">
                    <a:moveTo>
                      <a:pt x="1" y="0"/>
                    </a:moveTo>
                    <a:lnTo>
                      <a:pt x="1" y="403"/>
                    </a:lnTo>
                    <a:lnTo>
                      <a:pt x="403" y="403"/>
                    </a:lnTo>
                    <a:lnTo>
                      <a:pt x="403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2" name="Google Shape;572;p27"/>
              <p:cNvSpPr/>
              <p:nvPr/>
            </p:nvSpPr>
            <p:spPr>
              <a:xfrm>
                <a:off x="1907952" y="918075"/>
                <a:ext cx="25572" cy="25066"/>
              </a:xfrm>
              <a:custGeom>
                <a:avLst/>
                <a:gdLst/>
                <a:ahLst/>
                <a:cxnLst/>
                <a:rect l="l" t="t" r="r" b="b"/>
                <a:pathLst>
                  <a:path w="404" h="396" extrusionOk="0">
                    <a:moveTo>
                      <a:pt x="1" y="1"/>
                    </a:moveTo>
                    <a:lnTo>
                      <a:pt x="1" y="395"/>
                    </a:lnTo>
                    <a:lnTo>
                      <a:pt x="403" y="395"/>
                    </a:lnTo>
                    <a:lnTo>
                      <a:pt x="4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73" name="Google Shape;573;p27"/>
          <p:cNvGrpSpPr/>
          <p:nvPr/>
        </p:nvGrpSpPr>
        <p:grpSpPr>
          <a:xfrm>
            <a:off x="2199253" y="-1225893"/>
            <a:ext cx="9985543" cy="8502990"/>
            <a:chOff x="2199253" y="-1225893"/>
            <a:chExt cx="9985543" cy="8502990"/>
          </a:xfrm>
        </p:grpSpPr>
        <p:grpSp>
          <p:nvGrpSpPr>
            <p:cNvPr id="574" name="Google Shape;574;p27"/>
            <p:cNvGrpSpPr/>
            <p:nvPr/>
          </p:nvGrpSpPr>
          <p:grpSpPr>
            <a:xfrm rot="5400000">
              <a:off x="2472099" y="2473657"/>
              <a:ext cx="4530594" cy="5076286"/>
              <a:chOff x="4826000" y="4400753"/>
              <a:chExt cx="4530594" cy="5076286"/>
            </a:xfrm>
          </p:grpSpPr>
          <p:sp>
            <p:nvSpPr>
              <p:cNvPr id="575" name="Google Shape;575;p27"/>
              <p:cNvSpPr/>
              <p:nvPr/>
            </p:nvSpPr>
            <p:spPr>
              <a:xfrm>
                <a:off x="4871747" y="4446342"/>
                <a:ext cx="4484847" cy="5030697"/>
              </a:xfrm>
              <a:custGeom>
                <a:avLst/>
                <a:gdLst/>
                <a:ahLst/>
                <a:cxnLst/>
                <a:rect l="l" t="t" r="r" b="b"/>
                <a:pathLst>
                  <a:path w="51547" h="101733" fill="none" extrusionOk="0">
                    <a:moveTo>
                      <a:pt x="1" y="1"/>
                    </a:moveTo>
                    <a:lnTo>
                      <a:pt x="22429" y="1"/>
                    </a:lnTo>
                    <a:cubicBezTo>
                      <a:pt x="38505" y="1"/>
                      <a:pt x="51547" y="34553"/>
                      <a:pt x="51547" y="77179"/>
                    </a:cubicBezTo>
                    <a:lnTo>
                      <a:pt x="51547" y="101733"/>
                    </a:lnTo>
                  </a:path>
                </a:pathLst>
              </a:custGeom>
              <a:noFill/>
              <a:ln w="44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6" name="Google Shape;576;p27"/>
              <p:cNvSpPr/>
              <p:nvPr/>
            </p:nvSpPr>
            <p:spPr>
              <a:xfrm>
                <a:off x="4826000" y="4400753"/>
                <a:ext cx="91186" cy="84807"/>
              </a:xfrm>
              <a:custGeom>
                <a:avLst/>
                <a:gdLst/>
                <a:ahLst/>
                <a:cxnLst/>
                <a:rect l="l" t="t" r="r" b="b"/>
                <a:pathLst>
                  <a:path w="1844" h="1715" extrusionOk="0">
                    <a:moveTo>
                      <a:pt x="932" y="1"/>
                    </a:moveTo>
                    <a:cubicBezTo>
                      <a:pt x="885" y="1"/>
                      <a:pt x="837" y="5"/>
                      <a:pt x="789" y="13"/>
                    </a:cubicBezTo>
                    <a:cubicBezTo>
                      <a:pt x="322" y="86"/>
                      <a:pt x="0" y="528"/>
                      <a:pt x="81" y="995"/>
                    </a:cubicBezTo>
                    <a:cubicBezTo>
                      <a:pt x="146" y="1417"/>
                      <a:pt x="514" y="1714"/>
                      <a:pt x="928" y="1714"/>
                    </a:cubicBezTo>
                    <a:cubicBezTo>
                      <a:pt x="973" y="1714"/>
                      <a:pt x="1018" y="1711"/>
                      <a:pt x="1063" y="1704"/>
                    </a:cubicBezTo>
                    <a:cubicBezTo>
                      <a:pt x="1530" y="1623"/>
                      <a:pt x="1844" y="1188"/>
                      <a:pt x="1771" y="722"/>
                    </a:cubicBezTo>
                    <a:cubicBezTo>
                      <a:pt x="1699" y="303"/>
                      <a:pt x="1342" y="1"/>
                      <a:pt x="93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7" name="Google Shape;577;p27"/>
            <p:cNvGrpSpPr/>
            <p:nvPr/>
          </p:nvGrpSpPr>
          <p:grpSpPr>
            <a:xfrm rot="-1163065">
              <a:off x="5174738" y="-903253"/>
              <a:ext cx="2324967" cy="2229578"/>
              <a:chOff x="5165475" y="-713653"/>
              <a:chExt cx="2324999" cy="2229609"/>
            </a:xfrm>
          </p:grpSpPr>
          <p:sp>
            <p:nvSpPr>
              <p:cNvPr id="578" name="Google Shape;578;p27"/>
              <p:cNvSpPr/>
              <p:nvPr/>
            </p:nvSpPr>
            <p:spPr>
              <a:xfrm>
                <a:off x="5165475" y="-713653"/>
                <a:ext cx="2324999" cy="2154583"/>
              </a:xfrm>
              <a:custGeom>
                <a:avLst/>
                <a:gdLst/>
                <a:ahLst/>
                <a:cxnLst/>
                <a:rect l="l" t="t" r="r" b="b"/>
                <a:pathLst>
                  <a:path w="47546" h="44061" fill="none" extrusionOk="0">
                    <a:moveTo>
                      <a:pt x="3486" y="30085"/>
                    </a:moveTo>
                    <a:cubicBezTo>
                      <a:pt x="0" y="18887"/>
                      <a:pt x="6255" y="6973"/>
                      <a:pt x="17453" y="3487"/>
                    </a:cubicBezTo>
                    <a:cubicBezTo>
                      <a:pt x="28659" y="1"/>
                      <a:pt x="40574" y="6256"/>
                      <a:pt x="44060" y="17454"/>
                    </a:cubicBezTo>
                    <a:cubicBezTo>
                      <a:pt x="47545" y="28660"/>
                      <a:pt x="41290" y="40567"/>
                      <a:pt x="30084" y="44060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79" name="Google Shape;579;p27"/>
              <p:cNvSpPr/>
              <p:nvPr/>
            </p:nvSpPr>
            <p:spPr>
              <a:xfrm>
                <a:off x="5309144" y="749204"/>
                <a:ext cx="1336144" cy="766752"/>
              </a:xfrm>
              <a:custGeom>
                <a:avLst/>
                <a:gdLst/>
                <a:ahLst/>
                <a:cxnLst/>
                <a:rect l="l" t="t" r="r" b="b"/>
                <a:pathLst>
                  <a:path w="27324" h="15680" extrusionOk="0">
                    <a:moveTo>
                      <a:pt x="1095" y="1"/>
                    </a:moveTo>
                    <a:lnTo>
                      <a:pt x="1" y="339"/>
                    </a:lnTo>
                    <a:cubicBezTo>
                      <a:pt x="2906" y="9677"/>
                      <a:pt x="11551" y="15680"/>
                      <a:pt x="20855" y="15680"/>
                    </a:cubicBezTo>
                    <a:cubicBezTo>
                      <a:pt x="22997" y="15680"/>
                      <a:pt x="25173" y="15362"/>
                      <a:pt x="27323" y="14693"/>
                    </a:cubicBezTo>
                    <a:lnTo>
                      <a:pt x="26977" y="13598"/>
                    </a:lnTo>
                    <a:cubicBezTo>
                      <a:pt x="24939" y="14233"/>
                      <a:pt x="22876" y="14534"/>
                      <a:pt x="20846" y="14534"/>
                    </a:cubicBezTo>
                    <a:cubicBezTo>
                      <a:pt x="12034" y="14534"/>
                      <a:pt x="3850" y="8847"/>
                      <a:pt x="109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80" name="Google Shape;580;p27"/>
            <p:cNvGrpSpPr/>
            <p:nvPr/>
          </p:nvGrpSpPr>
          <p:grpSpPr>
            <a:xfrm rot="-3325703">
              <a:off x="8175152" y="580592"/>
              <a:ext cx="3324971" cy="3409704"/>
              <a:chOff x="7159200" y="2117361"/>
              <a:chExt cx="2271501" cy="2329387"/>
            </a:xfrm>
          </p:grpSpPr>
          <p:sp>
            <p:nvSpPr>
              <p:cNvPr id="581" name="Google Shape;581;p27"/>
              <p:cNvSpPr/>
              <p:nvPr/>
            </p:nvSpPr>
            <p:spPr>
              <a:xfrm>
                <a:off x="8101533" y="2117361"/>
                <a:ext cx="632883" cy="71589"/>
              </a:xfrm>
              <a:custGeom>
                <a:avLst/>
                <a:gdLst/>
                <a:ahLst/>
                <a:cxnLst/>
                <a:rect l="l" t="t" r="r" b="b"/>
                <a:pathLst>
                  <a:path w="15241" h="1724" fill="none" extrusionOk="0">
                    <a:moveTo>
                      <a:pt x="1" y="999"/>
                    </a:moveTo>
                    <a:cubicBezTo>
                      <a:pt x="3527" y="137"/>
                      <a:pt x="7182" y="1"/>
                      <a:pt x="10764" y="596"/>
                    </a:cubicBezTo>
                    <a:cubicBezTo>
                      <a:pt x="12286" y="846"/>
                      <a:pt x="13783" y="1224"/>
                      <a:pt x="15240" y="1723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2" name="Google Shape;582;p27"/>
              <p:cNvSpPr/>
              <p:nvPr/>
            </p:nvSpPr>
            <p:spPr>
              <a:xfrm>
                <a:off x="7159200" y="2158803"/>
                <a:ext cx="2271501" cy="2287944"/>
              </a:xfrm>
              <a:custGeom>
                <a:avLst/>
                <a:gdLst/>
                <a:ahLst/>
                <a:cxnLst/>
                <a:rect l="l" t="t" r="r" b="b"/>
                <a:pathLst>
                  <a:path w="54702" h="55098" fill="none" extrusionOk="0">
                    <a:moveTo>
                      <a:pt x="54702" y="34835"/>
                    </a:moveTo>
                    <a:cubicBezTo>
                      <a:pt x="50572" y="47200"/>
                      <a:pt x="37973" y="55097"/>
                      <a:pt x="24690" y="52916"/>
                    </a:cubicBezTo>
                    <a:cubicBezTo>
                      <a:pt x="9974" y="50492"/>
                      <a:pt x="0" y="36598"/>
                      <a:pt x="2423" y="21874"/>
                    </a:cubicBezTo>
                    <a:cubicBezTo>
                      <a:pt x="4235" y="10853"/>
                      <a:pt x="12486" y="2488"/>
                      <a:pt x="22694" y="1"/>
                    </a:cubicBezTo>
                  </a:path>
                </a:pathLst>
              </a:custGeom>
              <a:noFill/>
              <a:ln w="5625" cap="flat" cmpd="sng">
                <a:solidFill>
                  <a:schemeClr val="lt2"/>
                </a:solidFill>
                <a:prstDash val="solid"/>
                <a:miter lim="8050"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3" name="Google Shape;583;p27"/>
              <p:cNvSpPr/>
              <p:nvPr/>
            </p:nvSpPr>
            <p:spPr>
              <a:xfrm>
                <a:off x="8730018" y="2175496"/>
                <a:ext cx="70219" cy="59339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1429" extrusionOk="0">
                    <a:moveTo>
                      <a:pt x="767" y="1"/>
                    </a:moveTo>
                    <a:cubicBezTo>
                      <a:pt x="442" y="1"/>
                      <a:pt x="123" y="218"/>
                      <a:pt x="65" y="597"/>
                    </a:cubicBezTo>
                    <a:cubicBezTo>
                      <a:pt x="0" y="983"/>
                      <a:pt x="258" y="1354"/>
                      <a:pt x="653" y="1418"/>
                    </a:cubicBezTo>
                    <a:cubicBezTo>
                      <a:pt x="694" y="1425"/>
                      <a:pt x="735" y="1429"/>
                      <a:pt x="775" y="1429"/>
                    </a:cubicBezTo>
                    <a:cubicBezTo>
                      <a:pt x="1328" y="1429"/>
                      <a:pt x="1690" y="780"/>
                      <a:pt x="1345" y="299"/>
                    </a:cubicBezTo>
                    <a:cubicBezTo>
                      <a:pt x="1198" y="95"/>
                      <a:pt x="981" y="1"/>
                      <a:pt x="76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584" name="Google Shape;584;p27"/>
          <p:cNvSpPr txBox="1">
            <a:spLocks noGrp="1"/>
          </p:cNvSpPr>
          <p:nvPr>
            <p:ph type="ctrTitle"/>
          </p:nvPr>
        </p:nvSpPr>
        <p:spPr>
          <a:xfrm>
            <a:off x="1169100" y="1546071"/>
            <a:ext cx="4650842" cy="253853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100"/>
              </a:spcBef>
              <a:spcAft>
                <a:spcPts val="200"/>
              </a:spcAft>
              <a:buNone/>
            </a:pPr>
            <a:r>
              <a:rPr lang="ru-RU" sz="3600" b="0" dirty="0">
                <a:solidFill>
                  <a:schemeClr val="lt1"/>
                </a:solidFill>
                <a:latin typeface="T-FLEX Type A" panose="02000600020000000000" pitchFamily="2" charset="0"/>
                <a:ea typeface="Noto Sans" panose="020B0502040504090204" pitchFamily="34" charset="0"/>
              </a:rPr>
              <a:t>Анализ музыкальных трендов стримингового сервиса </a:t>
            </a:r>
            <a:r>
              <a:rPr lang="en-US" sz="3600" b="0" dirty="0">
                <a:solidFill>
                  <a:schemeClr val="lt1"/>
                </a:solidFill>
                <a:latin typeface="T-FLEX Type A" panose="02000600020000000000" pitchFamily="2" charset="0"/>
                <a:ea typeface="Noto Sans" panose="020B0502040504090204" pitchFamily="34" charset="0"/>
              </a:rPr>
              <a:t>Spotify</a:t>
            </a:r>
            <a:endParaRPr sz="3600" dirty="0">
              <a:solidFill>
                <a:schemeClr val="accent1"/>
              </a:solidFill>
              <a:latin typeface="T-FLEX Type A" panose="02000600020000000000" pitchFamily="2" charset="0"/>
              <a:ea typeface="Noto Sans" panose="020B0502040504090204" pitchFamily="34" charset="0"/>
            </a:endParaRPr>
          </a:p>
        </p:txBody>
      </p:sp>
      <p:sp>
        <p:nvSpPr>
          <p:cNvPr id="62" name="Google Shape;593;p28">
            <a:extLst>
              <a:ext uri="{FF2B5EF4-FFF2-40B4-BE49-F238E27FC236}">
                <a16:creationId xmlns:a16="http://schemas.microsoft.com/office/drawing/2014/main" id="{AEF9D65D-AB56-4BC7-831A-8EAD7DA44E7D}"/>
              </a:ext>
            </a:extLst>
          </p:cNvPr>
          <p:cNvSpPr txBox="1"/>
          <p:nvPr/>
        </p:nvSpPr>
        <p:spPr>
          <a:xfrm>
            <a:off x="5881681" y="4531690"/>
            <a:ext cx="3801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</a:pPr>
            <a:r>
              <a:rPr lang="ru-RU" dirty="0" err="1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Дашборд</a:t>
            </a:r>
            <a:r>
              <a:rPr lang="ru-RU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 доступен по ссылке</a:t>
            </a:r>
            <a:r>
              <a:rPr lang="en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:</a:t>
            </a:r>
            <a:br>
              <a:rPr lang="en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</a:br>
            <a:r>
              <a:rPr lang="en-US" b="1" u="sng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https://github.com/IlyaGorr/spotify_trends</a:t>
            </a:r>
            <a:endParaRPr b="1" u="sng" dirty="0">
              <a:solidFill>
                <a:schemeClr val="dk1"/>
              </a:solidFill>
              <a:latin typeface="T-FLEX Type A" panose="02000600020000000000" pitchFamily="2" charset="0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28"/>
          <p:cNvSpPr txBox="1">
            <a:spLocks noGrp="1"/>
          </p:cNvSpPr>
          <p:nvPr>
            <p:ph type="title"/>
          </p:nvPr>
        </p:nvSpPr>
        <p:spPr>
          <a:xfrm>
            <a:off x="655925" y="310175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-RU" sz="3200" b="0" dirty="0">
                <a:latin typeface="T-FLEX Type A" panose="02000600020000000000" pitchFamily="2" charset="0"/>
              </a:rPr>
              <a:t>Цели и задачи</a:t>
            </a:r>
            <a:endParaRPr sz="3200" b="1" dirty="0">
              <a:latin typeface="T-FLEX Type A" panose="02000600020000000000" pitchFamily="2" charset="0"/>
            </a:endParaRPr>
          </a:p>
        </p:txBody>
      </p:sp>
      <p:sp>
        <p:nvSpPr>
          <p:cNvPr id="592" name="Google Shape;592;p28"/>
          <p:cNvSpPr txBox="1"/>
          <p:nvPr/>
        </p:nvSpPr>
        <p:spPr>
          <a:xfrm>
            <a:off x="720000" y="1046001"/>
            <a:ext cx="7848813" cy="27885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	Наша основная цель - улучшить рекомендации, поняв, какие из этих параметров треков присущи популярным. Мы будем учитывать жанр, энергичность, </a:t>
            </a:r>
            <a:r>
              <a:rPr lang="ru-RU" sz="1800" dirty="0" err="1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акустичность</a:t>
            </a: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 и другие аспекты треков. </a:t>
            </a:r>
          </a:p>
          <a:p>
            <a:pPr lvl="0">
              <a:lnSpc>
                <a:spcPct val="150000"/>
              </a:lnSpc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	Задача – проследить за трендами, выявив закономерности, которые делают трек популярным. Эти закономерности станут полезными, например, для составления плейлистов.</a:t>
            </a:r>
          </a:p>
          <a:p>
            <a:pPr>
              <a:lnSpc>
                <a:spcPct val="150000"/>
              </a:lnSpc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	Таким образом, можно повысить довольство пользователей, например, увеличить время прослушивания или число ежедневно активных пользователей.</a:t>
            </a:r>
          </a:p>
          <a:p>
            <a:pPr lvl="0"/>
            <a:endParaRPr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20B44BB-14AF-4A26-9D3A-FECD7A42E6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8" y="368374"/>
            <a:ext cx="8032696" cy="461289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4E2AA09-E1BB-402E-90BE-B0966E402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4CF42B-613F-400A-9DAD-CA76EF50F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4AFDD788-9049-4031-B2E8-0FB87040689A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12668DD-68FF-4A9D-B51A-6672456E7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565" y="420312"/>
            <a:ext cx="7914869" cy="45727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42920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317E030-C7A2-4086-9834-95B5884C7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CFB90DE1-F4C5-4DF8-9818-0ECCBB6ED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E10EB010-DB02-44E3-928B-9296864A3304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393D901-4E31-440A-BE5B-9D7B9AD0F7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81" y="366016"/>
            <a:ext cx="8153483" cy="468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3747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ED28B0E-FBEC-47C5-A005-B806E050BD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3781C01E-4069-40E2-A763-2672D4B686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Рисунок 3">
            <a:extLst>
              <a:ext uri="{FF2B5EF4-FFF2-40B4-BE49-F238E27FC236}">
                <a16:creationId xmlns:a16="http://schemas.microsoft.com/office/drawing/2014/main" id="{92FA7AF0-6311-4740-8813-11208EE90A61}"/>
              </a:ext>
            </a:extLst>
          </p:cNvPr>
          <p:cNvSpPr>
            <a:spLocks noGrp="1"/>
          </p:cNvSpPr>
          <p:nvPr>
            <p:ph type="pic" idx="2"/>
          </p:nvPr>
        </p:nvSpPr>
        <p:spPr/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AD211A5-9E1B-4B1E-A541-081491AF4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319" y="352040"/>
            <a:ext cx="8155604" cy="4709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13068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1" name="Google Shape;1011;p43"/>
          <p:cNvSpPr txBox="1">
            <a:spLocks noGrp="1"/>
          </p:cNvSpPr>
          <p:nvPr>
            <p:ph type="title"/>
          </p:nvPr>
        </p:nvSpPr>
        <p:spPr>
          <a:xfrm>
            <a:off x="711620" y="367917"/>
            <a:ext cx="7717500" cy="5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100"/>
              <a:buFont typeface="Arial"/>
              <a:buNone/>
            </a:pPr>
            <a:r>
              <a:rPr lang="ru-RU" sz="3200" b="0" dirty="0">
                <a:latin typeface="T-FLEX Type A" panose="02000600020000000000" pitchFamily="2" charset="0"/>
              </a:rPr>
              <a:t>Выводы</a:t>
            </a:r>
            <a:endParaRPr b="1" dirty="0">
              <a:latin typeface="T-FLEX Type A" panose="02000600020000000000" pitchFamily="2" charset="0"/>
            </a:endParaRPr>
          </a:p>
        </p:txBody>
      </p:sp>
      <p:sp>
        <p:nvSpPr>
          <p:cNvPr id="1066" name="Google Shape;1066;p43"/>
          <p:cNvSpPr/>
          <p:nvPr/>
        </p:nvSpPr>
        <p:spPr>
          <a:xfrm>
            <a:off x="246941" y="836325"/>
            <a:ext cx="8543620" cy="40764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71450" lvl="3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Одни из наиболее популярных жанров – поп-филь, к-поп, спокойные песни, расслабляющие песни, поп, </a:t>
            </a:r>
            <a:r>
              <a:rPr lang="ru-RU" sz="1800" dirty="0" err="1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гранж</a:t>
            </a: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;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Длительность от 2 до 5 минут и достаточная громкость присущи популярным песням;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Самые важные показатели для популярного трека – энергичность, </a:t>
            </a:r>
            <a:r>
              <a:rPr lang="ru-RU" sz="1800" dirty="0" err="1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танцевальность</a:t>
            </a: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 и позитивность. Оптимальные значения этих параметров – около 0,5-0,7;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В плейлисты можно добавить песни самых популярных артистов или наиболее популярные треки с большим потенциалом хита;</a:t>
            </a:r>
          </a:p>
          <a:p>
            <a:pPr marL="171450" lvl="0" indent="-1714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Explicit</a:t>
            </a: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-лирика не особо влияет на популярность – можно рекомендовать разные треки.</a:t>
            </a:r>
          </a:p>
          <a:p>
            <a:pPr lvl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lang="ru-RU" sz="1800" dirty="0">
                <a:solidFill>
                  <a:schemeClr val="dk1"/>
                </a:solidFill>
                <a:latin typeface="T-FLEX Type A" panose="02000600020000000000" pitchFamily="2" charset="0"/>
                <a:ea typeface="Rubik"/>
                <a:cs typeface="Rubik"/>
                <a:sym typeface="Rubik"/>
              </a:rPr>
              <a:t>Учитывая эти факты, можно составлять наиболее удачные рекомендации.</a:t>
            </a: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ru-RU"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  <a:p>
            <a:pPr marL="171450" lvl="0" indent="-171450" algn="l" rtl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sz="1200" dirty="0">
              <a:solidFill>
                <a:schemeClr val="dk1"/>
              </a:solidFill>
              <a:latin typeface="Rubik"/>
              <a:ea typeface="Rubik"/>
              <a:cs typeface="Rubik"/>
              <a:sym typeface="Rubik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livery Plan Consulting by Slidesgo">
  <a:themeElements>
    <a:clrScheme name="Simple Light">
      <a:dk1>
        <a:srgbClr val="15153E"/>
      </a:dk1>
      <a:lt1>
        <a:srgbClr val="FFFFFF"/>
      </a:lt1>
      <a:dk2>
        <a:srgbClr val="5571FB"/>
      </a:dk2>
      <a:lt2>
        <a:srgbClr val="7A7A7A"/>
      </a:lt2>
      <a:accent1>
        <a:srgbClr val="A7F6C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15153E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109</Words>
  <Application>Microsoft Office PowerPoint</Application>
  <PresentationFormat>Экран (16:9)</PresentationFormat>
  <Paragraphs>13</Paragraphs>
  <Slides>7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T-FLEX Type A</vt:lpstr>
      <vt:lpstr>Rubik</vt:lpstr>
      <vt:lpstr>Poppins</vt:lpstr>
      <vt:lpstr>Arial</vt:lpstr>
      <vt:lpstr>Noto Sans</vt:lpstr>
      <vt:lpstr>Delivery Plan Consulting by Slidesgo</vt:lpstr>
      <vt:lpstr>Анализ музыкальных трендов стримингового сервиса Spotify</vt:lpstr>
      <vt:lpstr>Цели и задачи</vt:lpstr>
      <vt:lpstr>Презентация PowerPoint</vt:lpstr>
      <vt:lpstr>Презентация PowerPoint</vt:lpstr>
      <vt:lpstr>Презентация PowerPoint</vt:lpstr>
      <vt:lpstr>Презентация PowerPoint</vt:lpstr>
      <vt:lpstr>Выводы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Анализ музыкальных трендов стримингового сервиса Spotify</dc:title>
  <cp:lastModifiedBy>Ilya Gorokhov</cp:lastModifiedBy>
  <cp:revision>3</cp:revision>
  <dcterms:modified xsi:type="dcterms:W3CDTF">2025-12-19T17:54:37Z</dcterms:modified>
</cp:coreProperties>
</file>